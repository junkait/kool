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pic>
        <p:nvPicPr>
          <p:cNvPr id="3" name="Mitsubishi Starmex logo" descr="starme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685800"/>
            <a:ext cx="5334000" cy="1457325"/>
          </a:xfrm>
          <a:prstGeom prst="rect">
            <a:avLst/>
          </a:prstGeom>
        </p:spPr>
      </p:pic>
      <p:pic>
        <p:nvPicPr>
          <p:cNvPr id="4" name="NEA energy label" descr="label-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704850"/>
            <a:ext cx="1257300" cy="1295400"/>
          </a:xfrm>
          <a:prstGeom prst="rect">
            <a:avLst/>
          </a:prstGeom>
        </p:spPr>
      </p:pic>
      <p:pic>
        <p:nvPicPr>
          <p:cNvPr id="5" name="Outdoor unit" descr="unit-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700" y="2857500"/>
            <a:ext cx="4410075" cy="2857500"/>
          </a:xfrm>
          <a:prstGeom prst="rect">
            <a:avLst/>
          </a:prstGeom>
        </p:spPr>
      </p:pic>
      <p:pic>
        <p:nvPicPr>
          <p:cNvPr id="6" name="Indoor unit 1" descr="mit-indoor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3733800"/>
            <a:ext cx="2819400" cy="1019175"/>
          </a:xfrm>
          <a:prstGeom prst="rect">
            <a:avLst/>
          </a:prstGeom>
        </p:spPr>
      </p:pic>
      <p:sp>
        <p:nvSpPr>
          <p:cNvPr id="7" name="System title"/>
          <p:cNvSpPr txBox="1"/>
          <p:nvPr/>
        </p:nvSpPr>
        <p:spPr>
          <a:xfrm>
            <a:off x="0" y="63627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50" b="1">
                <a:solidFill>
                  <a:srgbClr val="111111"/>
                </a:solidFill>
                <a:latin typeface="Arial"/>
              </a:rPr>
              <a:t>System 1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0" y="74866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>
                <a:solidFill>
                  <a:srgbClr val="444444"/>
                </a:solidFill>
                <a:latin typeface="Arial"/>
              </a:rPr>
              <a:t>Single split · 1 room · 5 Ticks</a:t>
            </a:r>
          </a:p>
        </p:txBody>
      </p:sp>
      <p:sp>
        <p:nvSpPr>
          <p:cNvPr id="9" name="Free upgrade heading"/>
          <p:cNvSpPr txBox="1"/>
          <p:nvPr/>
        </p:nvSpPr>
        <p:spPr>
          <a:xfrm>
            <a:off x="285750" y="84582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5BAD92"/>
                </a:solidFill>
                <a:latin typeface="Arial"/>
              </a:rPr>
              <a:t>Free Upgrade To Premium Materials</a:t>
            </a:r>
          </a:p>
        </p:txBody>
      </p:sp>
      <p:pic>
        <p:nvPicPr>
          <p:cNvPr id="10" name="Material tile 1" descr="til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8201025"/>
            <a:ext cx="1714500" cy="1762125"/>
          </a:xfrm>
          <a:prstGeom prst="rect">
            <a:avLst/>
          </a:prstGeom>
        </p:spPr>
      </p:pic>
      <p:pic>
        <p:nvPicPr>
          <p:cNvPr id="11" name="Material tile 2" descr="til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8201025"/>
            <a:ext cx="1762125" cy="1762125"/>
          </a:xfrm>
          <a:prstGeom prst="rect">
            <a:avLst/>
          </a:prstGeom>
        </p:spPr>
      </p:pic>
      <p:pic>
        <p:nvPicPr>
          <p:cNvPr id="12" name="Material tile 3" descr="tile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325" y="8201025"/>
            <a:ext cx="1676400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pic>
        <p:nvPicPr>
          <p:cNvPr id="3" name="Mitsubishi Starmex logo" descr="starme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685800"/>
            <a:ext cx="5334000" cy="1457325"/>
          </a:xfrm>
          <a:prstGeom prst="rect">
            <a:avLst/>
          </a:prstGeom>
        </p:spPr>
      </p:pic>
      <p:pic>
        <p:nvPicPr>
          <p:cNvPr id="4" name="NEA energy label" descr="label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704850"/>
            <a:ext cx="1295400" cy="1295400"/>
          </a:xfrm>
          <a:prstGeom prst="rect">
            <a:avLst/>
          </a:prstGeom>
        </p:spPr>
      </p:pic>
      <p:pic>
        <p:nvPicPr>
          <p:cNvPr id="5" name="Outdoor unit" descr="unit-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8925" y="2762250"/>
            <a:ext cx="4629150" cy="3048000"/>
          </a:xfrm>
          <a:prstGeom prst="rect">
            <a:avLst/>
          </a:prstGeom>
        </p:spPr>
      </p:pic>
      <p:pic>
        <p:nvPicPr>
          <p:cNvPr id="6" name="Indoor unit 1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3219450"/>
            <a:ext cx="2686050" cy="876300"/>
          </a:xfrm>
          <a:prstGeom prst="rect">
            <a:avLst/>
          </a:prstGeom>
        </p:spPr>
      </p:pic>
      <p:pic>
        <p:nvPicPr>
          <p:cNvPr id="7" name="Indoor unit 2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0" y="3219450"/>
            <a:ext cx="2686050" cy="876300"/>
          </a:xfrm>
          <a:prstGeom prst="rect">
            <a:avLst/>
          </a:prstGeom>
        </p:spPr>
      </p:pic>
      <p:sp>
        <p:nvSpPr>
          <p:cNvPr id="8" name="System title"/>
          <p:cNvSpPr txBox="1"/>
          <p:nvPr/>
        </p:nvSpPr>
        <p:spPr>
          <a:xfrm>
            <a:off x="0" y="63627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50" b="1">
                <a:solidFill>
                  <a:srgbClr val="111111"/>
                </a:solidFill>
                <a:latin typeface="Arial"/>
              </a:rPr>
              <a:t>System 2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0" y="74866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>
                <a:solidFill>
                  <a:srgbClr val="444444"/>
                </a:solidFill>
                <a:latin typeface="Arial"/>
              </a:rPr>
              <a:t>Up to 2 rooms · 5 Ticks</a:t>
            </a:r>
          </a:p>
        </p:txBody>
      </p:sp>
      <p:sp>
        <p:nvSpPr>
          <p:cNvPr id="10" name="Free upgrade heading"/>
          <p:cNvSpPr txBox="1"/>
          <p:nvPr/>
        </p:nvSpPr>
        <p:spPr>
          <a:xfrm>
            <a:off x="285750" y="84582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5BAD92"/>
                </a:solidFill>
                <a:latin typeface="Arial"/>
              </a:rPr>
              <a:t>Free Upgrade To Premium Materials</a:t>
            </a:r>
          </a:p>
        </p:txBody>
      </p:sp>
      <p:pic>
        <p:nvPicPr>
          <p:cNvPr id="11" name="Material tile 1" descr="til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8201025"/>
            <a:ext cx="1714500" cy="1762125"/>
          </a:xfrm>
          <a:prstGeom prst="rect">
            <a:avLst/>
          </a:prstGeom>
        </p:spPr>
      </p:pic>
      <p:pic>
        <p:nvPicPr>
          <p:cNvPr id="12" name="Material tile 2" descr="til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8201025"/>
            <a:ext cx="1762125" cy="1762125"/>
          </a:xfrm>
          <a:prstGeom prst="rect">
            <a:avLst/>
          </a:prstGeom>
        </p:spPr>
      </p:pic>
      <p:pic>
        <p:nvPicPr>
          <p:cNvPr id="13" name="Material tile 3" descr="tile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325" y="8201025"/>
            <a:ext cx="1676400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pic>
        <p:nvPicPr>
          <p:cNvPr id="3" name="Mitsubishi Starmex logo" descr="starme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685800"/>
            <a:ext cx="5334000" cy="1457325"/>
          </a:xfrm>
          <a:prstGeom prst="rect">
            <a:avLst/>
          </a:prstGeom>
        </p:spPr>
      </p:pic>
      <p:pic>
        <p:nvPicPr>
          <p:cNvPr id="4" name="NEA energy label" descr="label-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704850"/>
            <a:ext cx="1295400" cy="1295400"/>
          </a:xfrm>
          <a:prstGeom prst="rect">
            <a:avLst/>
          </a:prstGeom>
        </p:spPr>
      </p:pic>
      <p:pic>
        <p:nvPicPr>
          <p:cNvPr id="5" name="Outdoor unit" descr="unit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2619375"/>
            <a:ext cx="3743325" cy="3333750"/>
          </a:xfrm>
          <a:prstGeom prst="rect">
            <a:avLst/>
          </a:prstGeom>
        </p:spPr>
      </p:pic>
      <p:pic>
        <p:nvPicPr>
          <p:cNvPr id="6" name="Indoor unit 1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2552700"/>
            <a:ext cx="3143250" cy="1019175"/>
          </a:xfrm>
          <a:prstGeom prst="rect">
            <a:avLst/>
          </a:prstGeom>
        </p:spPr>
      </p:pic>
      <p:pic>
        <p:nvPicPr>
          <p:cNvPr id="7" name="Indoor unit 2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4305300"/>
            <a:ext cx="3143250" cy="1019175"/>
          </a:xfrm>
          <a:prstGeom prst="rect">
            <a:avLst/>
          </a:prstGeom>
        </p:spPr>
      </p:pic>
      <p:pic>
        <p:nvPicPr>
          <p:cNvPr id="8" name="Indoor unit 3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550" y="3429000"/>
            <a:ext cx="3143250" cy="1019175"/>
          </a:xfrm>
          <a:prstGeom prst="rect">
            <a:avLst/>
          </a:prstGeom>
        </p:spPr>
      </p:pic>
      <p:sp>
        <p:nvSpPr>
          <p:cNvPr id="9" name="System title"/>
          <p:cNvSpPr txBox="1"/>
          <p:nvPr/>
        </p:nvSpPr>
        <p:spPr>
          <a:xfrm>
            <a:off x="0" y="63627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50" b="1">
                <a:solidFill>
                  <a:srgbClr val="111111"/>
                </a:solidFill>
                <a:latin typeface="Arial"/>
              </a:rPr>
              <a:t>System 3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0" y="74866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>
                <a:solidFill>
                  <a:srgbClr val="444444"/>
                </a:solidFill>
                <a:latin typeface="Arial"/>
              </a:rPr>
              <a:t>Up to 3 rooms · 5 Ticks</a:t>
            </a:r>
          </a:p>
        </p:txBody>
      </p:sp>
      <p:sp>
        <p:nvSpPr>
          <p:cNvPr id="11" name="Free upgrade heading"/>
          <p:cNvSpPr txBox="1"/>
          <p:nvPr/>
        </p:nvSpPr>
        <p:spPr>
          <a:xfrm>
            <a:off x="285750" y="84582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5BAD92"/>
                </a:solidFill>
                <a:latin typeface="Arial"/>
              </a:rPr>
              <a:t>Free Upgrade To Premium Materials</a:t>
            </a:r>
          </a:p>
        </p:txBody>
      </p:sp>
      <p:pic>
        <p:nvPicPr>
          <p:cNvPr id="12" name="Material tile 1" descr="til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8201025"/>
            <a:ext cx="1714500" cy="1762125"/>
          </a:xfrm>
          <a:prstGeom prst="rect">
            <a:avLst/>
          </a:prstGeom>
        </p:spPr>
      </p:pic>
      <p:pic>
        <p:nvPicPr>
          <p:cNvPr id="13" name="Material tile 2" descr="til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8201025"/>
            <a:ext cx="1762125" cy="1762125"/>
          </a:xfrm>
          <a:prstGeom prst="rect">
            <a:avLst/>
          </a:prstGeom>
        </p:spPr>
      </p:pic>
      <p:pic>
        <p:nvPicPr>
          <p:cNvPr id="14" name="Material tile 3" descr="tile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325" y="8201025"/>
            <a:ext cx="1676400" cy="1762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